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71" r:id="rId10"/>
    <p:sldId id="273" r:id="rId11"/>
    <p:sldId id="272" r:id="rId12"/>
    <p:sldId id="266" r:id="rId13"/>
    <p:sldId id="268" r:id="rId14"/>
    <p:sldId id="267" r:id="rId15"/>
    <p:sldId id="265" r:id="rId16"/>
    <p:sldId id="270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73"/>
    <p:restoredTop sz="94680"/>
  </p:normalViewPr>
  <p:slideViewPr>
    <p:cSldViewPr snapToGrid="0" snapToObjects="1">
      <p:cViewPr varScale="1">
        <p:scale>
          <a:sx n="69" d="100"/>
          <a:sy n="69" d="100"/>
        </p:scale>
        <p:origin x="216" y="1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853"/>
                </a:solidFill>
              </a:rPr>
              <a:t>STOCK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6F9"/>
                </a:solidFill>
              </a:rPr>
              <a:t>AI-Powered News Sentiment + Technical Prediction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2560320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Agent 1
News Sentiment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3931920"/>
            <a:ext cx="2560320" cy="11887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4069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Agent 2
Technical Predictor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931920"/>
            <a:ext cx="2560320" cy="1188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Agent 3
Master Synthesizer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64748B"/>
                </a:solidFill>
              </a:rPr>
              <a:t>Bishal Gupta &amp; Suraj Shrestha</a:t>
            </a:r>
            <a:endParaRPr sz="2000" b="1" i="0" dirty="0">
              <a:solidFill>
                <a:srgbClr val="64748B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61120" y="3931920"/>
            <a:ext cx="2743200" cy="1188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40690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Agent 4
Insider Intel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57784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53"/>
                </a:solidFill>
              </a:rPr>
              <a:t>📊  Data Overload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6F9"/>
                </a:solidFill>
              </a:rPr>
              <a:t>Thousands of news articles and price data points — impossible to process manually in real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17320"/>
            <a:ext cx="557784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53"/>
                </a:solidFill>
              </a:rPr>
              <a:t>⏱️  Speed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6F9"/>
                </a:solidFill>
              </a:rPr>
              <a:t>Stock prices react within seconds to news. Human analysis is too slow to keep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03320"/>
            <a:ext cx="557784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53"/>
                </a:solidFill>
              </a:rPr>
              <a:t>🧠  Cognitive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6F9"/>
                </a:solidFill>
              </a:rPr>
              <a:t>Human traders fall prey to fear, greed, and recency bias — distorting judgment.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703320"/>
            <a:ext cx="557784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53"/>
                </a:solidFill>
              </a:rPr>
              <a:t>🔀  Siloed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3434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6F9"/>
                </a:solidFill>
              </a:rPr>
              <a:t>Most tools analyze EITHER news OR technicals — never combining both into one verdict.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4F6F9"/>
                </a:solidFill>
              </a:rPr>
              <a:t>A 4-Agent AI Pipeline that reads the market like a seasoned analyst — in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194560"/>
            <a:ext cx="3474720" cy="40233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AGENT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News Sentinel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F6F9"/>
                </a:solidFill>
              </a:rPr>
              <a:t>Scrapes Yahoo, Finviz headlines
Scores sentiment -1.0 to +1.0
Detects catalysts &amp; momentum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840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4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2194560"/>
            <a:ext cx="3474720" cy="40233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79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AGENT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Tech Predictor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F6F9"/>
                </a:solidFill>
              </a:rPr>
              <a:t>RSI · MACD · Bollinger Bands
SMA 20/50/200 analysis
Price target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3840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4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194560"/>
            <a:ext cx="3474720" cy="40233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AGENT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337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Master Mind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3192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F6F9"/>
                </a:solidFill>
              </a:rPr>
              <a:t>40% News + 60% Technical
Final BUY/SELL/HOLD verdict
Predicted price + confidence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657600" cy="2286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 Groq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</a:rPr>
              <a:t>Inference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37744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Ultra-fast LLM inference via Groq's LPU hardware.
Free tier with generous rate limits.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657600" cy="2286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🦙  LLaMA 4 Scout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</a:rPr>
              <a:t>AI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7744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Meta's 17B multimodal model.
Strong reasoning for financial text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657600" cy="2286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📈  yFinance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</a:rPr>
              <a:t>Market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Free historical OHLCV data.
Fundamentals, P/E, Beta, 52-week ranges.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3657600" cy="2286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40416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🌐  BeautifulSoup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</a:rPr>
              <a:t>News Scraper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93776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Scrapes Yahoo Finance RSS,
Finviz tables &amp; MarketWatch feeds.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931920"/>
            <a:ext cx="3657600" cy="228600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40416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🐍  Python 3.12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</a:rP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93776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Runs natively in Google Colab.
No local setup required.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931920"/>
            <a:ext cx="3657600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04164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☁️  Google Colab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</a:rPr>
              <a:t>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937760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Free cloud GPU/CPU runtime.
Anywhere access, no installation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200400" cy="48463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53"/>
                </a:solidFill>
              </a:rPr>
              <a:t>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Yahoo Finance RSS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Finviz News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MarketWatch RSS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yFinance OHLCV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6-Month Price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Key Fundamentals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1371600"/>
            <a:ext cx="4389120" cy="4846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0" y="1463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53"/>
                </a:solidFill>
              </a:rPr>
              <a:t>AI PROCESSING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011680"/>
            <a:ext cx="347472" cy="34747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0" y="2011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fetch_news()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Scrape 3 free 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679192"/>
            <a:ext cx="347472" cy="34747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0" y="26791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6791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fetch_price_data()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791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Pull 6mo OHLCV + info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346704"/>
            <a:ext cx="347472" cy="34747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31920" y="3346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3467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agent1()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467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LLaMA 4 sentiment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4014216"/>
            <a:ext cx="347472" cy="34747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31920" y="40142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0142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agent2()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0142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LLaMA 4 technical forecast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4681728"/>
            <a:ext cx="347472" cy="34747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31920" y="46817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681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agent3()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Final synthesis &amp; verdict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5349240"/>
            <a:ext cx="347472" cy="34747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31920" y="5349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349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display_report()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349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Render HTML 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1371600"/>
            <a:ext cx="3383280" cy="4846320"/>
          </a:xfrm>
          <a:prstGeom prst="rect">
            <a:avLst/>
          </a:prstGeom>
          <a:solidFill>
            <a:srgbClr val="006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53"/>
                </a:solidFill>
              </a:rPr>
              <a:t>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✓  Final Verdict (BUY/SELL/HOLD)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5420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✓  Predicted Price Target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0723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✓  Confidence Score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6027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✓  Predicted Change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133087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✓  Support &amp; Resistance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663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✓  Stop Loss Level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51937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✓  Risk Assessment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57241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✓  Full Reasoning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40"/>
                </a:solidFill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40"/>
                </a:solidFill>
              </a:rPr>
              <a:t>→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📰  AGENT 1 — NEWS SENTIMENT ANALYST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5303520" cy="512064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Scrapes Yahoo Finance, Finviz &amp; MarketWatch RSS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Sends all headlines to LLaMA 4 Scout for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Scores overall market sentiment from -1.0 to +1.0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Identifies bullish/bearish catalysts in the news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Detects news momentum (accelerating vs. decelerating)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Predicts bias direction for the day after tomorrow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325880"/>
            <a:ext cx="5943600" cy="512064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JSON OUTPUT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overall_sentiment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BULLISH / BEARISH / NEUTRAL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2374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sentiment_score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5237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-1.0 (very bearish) → +1.0 (very bullish)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81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08152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0.0 – 1.0 confidence in the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6393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key_positives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393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Top bullish news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9709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key_negatives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19709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Top bearish risk factors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7548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catalyst_present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75487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True/False + 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126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news_momentum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31266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ACCELERATING / STABLE / DECELERATING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8704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8704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Final direction: UP / DOWN / SIDEWAYS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📊  AGENT 2 — TECHNICAL PRICE PREDICTOR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657600" cy="21031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2743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0" dirty="0">
                <a:solidFill>
                  <a:srgbClr val="FFD740"/>
                </a:solidFill>
              </a:rPr>
              <a:t>Relative Strength Index- </a:t>
            </a:r>
            <a:r>
              <a:rPr sz="1500" b="1" i="0" dirty="0">
                <a:solidFill>
                  <a:srgbClr val="FFD740"/>
                </a:solidFill>
              </a:rPr>
              <a:t>RSI (14)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057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Identifies overbought (&gt;70) or oversold (&lt;30) conditions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657600" cy="21031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1508760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dirty="0">
                <a:solidFill>
                  <a:srgbClr val="FFD740"/>
                </a:solidFill>
              </a:rPr>
              <a:t>Moving Average Convergence Divergence- </a:t>
            </a:r>
            <a:r>
              <a:rPr sz="1500" b="1" i="0" dirty="0">
                <a:solidFill>
                  <a:srgbClr val="FFD740"/>
                </a:solidFill>
              </a:rPr>
              <a:t>MACD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57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Crossover signals — bullish or bearish momentum shifts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657600" cy="21031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40"/>
                </a:solidFill>
              </a:rPr>
              <a:t>Bollinger Bands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Price volatility bands — upper/lower breakout zones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3657600" cy="21031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38404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2743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i="0" dirty="0">
                <a:solidFill>
                  <a:srgbClr val="FFD740"/>
                </a:solidFill>
              </a:rPr>
              <a:t>Simple </a:t>
            </a:r>
            <a:r>
              <a:rPr lang="en-US" sz="1500" b="1" dirty="0">
                <a:solidFill>
                  <a:srgbClr val="FFD740"/>
                </a:solidFill>
              </a:rPr>
              <a:t>Moving Average- </a:t>
            </a:r>
            <a:r>
              <a:rPr sz="1500" b="1" i="0" dirty="0">
                <a:solidFill>
                  <a:srgbClr val="FFD740"/>
                </a:solidFill>
              </a:rPr>
              <a:t>SMA 20/50/200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43484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Short, medium, long-term trend direction alignment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749039"/>
            <a:ext cx="3657600" cy="21031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38404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40"/>
                </a:solidFill>
              </a:rPr>
              <a:t>Volume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43484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Unusual volume vs 20-day avg signals conviction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749039"/>
            <a:ext cx="3657600" cy="21031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38404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40"/>
                </a:solidFill>
              </a:rPr>
              <a:t>Price Momentum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43484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1-week, 1-month, 3-month rate of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Output: predicted_price_low · predicted_price_mid · predicted_price_high · support · resistance · stop_loss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🧠  AGENT 3 — MASTER SYNTHESIZER &amp; FINAL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1612880" cy="128016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</a:rPr>
              <a:t>WEIGHTING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40"/>
                </a:solidFill>
              </a:rPr>
              <a:t>Combined Score  =  ( News Sentiment Score × 0.40 )  +  ( Technical Score × 0.60 )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788920"/>
            <a:ext cx="1161288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← Score: -1.0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Score: +1.0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788920"/>
            <a:ext cx="1554480" cy="731520"/>
          </a:xfrm>
          <a:prstGeom prst="rect">
            <a:avLst/>
          </a:prstGeom>
          <a:solidFill>
            <a:srgbClr val="D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39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STRONG
SELL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788920"/>
            <a:ext cx="1554480" cy="7315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788920"/>
            <a:ext cx="1554480" cy="731520"/>
          </a:xfrm>
          <a:prstGeom prst="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788920"/>
            <a:ext cx="1554480" cy="7315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788920"/>
            <a:ext cx="1554480" cy="731520"/>
          </a:xfrm>
          <a:prstGeom prst="rect">
            <a:avLst/>
          </a:prstGeom>
          <a:solidFill>
            <a:srgbClr val="006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400" y="2834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STRONG
BUY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3657600" cy="123444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79" y="3840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40"/>
                </a:solidFill>
              </a:rPr>
              <a:t>🎯  Final Verdict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2976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STRONG BUY / BUY / HOLD / SELL / STRONG SELL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749039"/>
            <a:ext cx="3657600" cy="123444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840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40"/>
                </a:solidFill>
              </a:rPr>
              <a:t>💰  Price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2976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Predicted price + % change from current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657600" cy="123444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840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40"/>
                </a:solidFill>
              </a:rPr>
              <a:t>📐  Price Range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2976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Low / Mid / High target band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66359"/>
            <a:ext cx="3657600" cy="123444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79" y="525779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40"/>
                </a:solidFill>
              </a:rPr>
              <a:t>🔒 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71499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Overall confidence % in the prediction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5166359"/>
            <a:ext cx="3657600" cy="123444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525779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40"/>
                </a:solidFill>
              </a:rPr>
              <a:t>⚠️  Primary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71499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Biggest risk that could invalidate 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5166359"/>
            <a:ext cx="3657600" cy="123444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5320" y="525779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40"/>
                </a:solidFill>
              </a:rPr>
              <a:t>💡  Opportunity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71499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Key upside driver to watch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🏦  AGENT 4 — INSIDER &amp; INSTITUTIONAL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5394960" cy="512064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Fetches CEO/CFO/Director buy &amp; sell transactions via yFinance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Pulls top hedge fund &amp; institutional holder positions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Scrapes OpenInsider.com for cluster buy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6849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Reads SEC EDGAR Form 4 filings (official disclosures)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2686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Calculates buy/sell ratio &amp; net insider money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85231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Detects CLUSTER BUY: 3+ insiders buying = 🚨 strong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Weights 30% in final verdict alongside news &amp; technicals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325880"/>
            <a:ext cx="5897880" cy="2331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41732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D00"/>
                </a:solidFill>
              </a:rPr>
              <a:t>FREE DATA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yFinance Insider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Insider transactions (buy/sell/exercise)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yFinance Institutional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Top hedge fund &amp; mutual fund positions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OpenInsider.com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Cluster buy/sell scraping &amp;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40"/>
                </a:solidFill>
              </a:rPr>
              <a:t>SEC EDGAR Form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429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Official mandatory insider disclosures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840480"/>
            <a:ext cx="5897880" cy="260604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393192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D00"/>
                </a:solidFill>
              </a:rPr>
              <a:t>JSON OUTPUT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40"/>
                </a:solidFill>
              </a:rPr>
              <a:t>insider_signal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STRONG BULLISH → STRONG BEARISH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782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40"/>
                </a:solidFill>
              </a:rPr>
              <a:t>insider_score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782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-1.0 (heavy selling) → +1.0 (heavy buying)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1297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40"/>
                </a:solidFill>
              </a:rPr>
              <a:t>cluster_buy_detected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1297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True/False — triggers +0.15 score boost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4772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40"/>
                </a:solidFill>
              </a:rPr>
              <a:t>smart_money_flow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4772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ACCUMULATING / DISTRIBUTING / NEUTRAL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8247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40"/>
                </a:solidFill>
              </a:rPr>
              <a:t>buy_sell_ratio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82472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Dollar value of buys ÷ sells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6172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40"/>
                </a:solidFill>
              </a:rPr>
              <a:t>red_flags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6172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Suspicious selling patterns flagged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📖  WHY INSIDER SIGNALS MATTER — THE SMART MONEY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17320"/>
            <a:ext cx="3749039" cy="2286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15270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 Cluster Buy = #1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0756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F6F9"/>
                </a:solidFill>
              </a:rPr>
              <a:t>When 3+ insiders buy simultaneously it historically predicts 15-25% outperformance over 12 months. No other signal matches this reliability.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417320"/>
            <a:ext cx="3749039" cy="2286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5270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👔  CEO/CFO Buying Own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756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F6F9"/>
                </a:solidFill>
              </a:rPr>
              <a:t>Executives who buy open-market shares with their own money signal deep conviction. They only buy when they believe the price is undervalued.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17320"/>
            <a:ext cx="3749039" cy="2286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5270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 Form 4 = Legal Obligation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756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F6F9"/>
                </a:solidFill>
              </a:rPr>
              <a:t>SEC Form 4 must be filed within 2 business days of any insider trade. This is official, verified data — not rumor or speculation.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3749039" cy="228600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4041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🏦  Institutional Accumulation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5902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F6F9"/>
                </a:solidFill>
              </a:rPr>
              <a:t>When Vanguard, BlackRock, or top hedge funds increase positions, it signals long-term confidence backed by deep due diligence teams.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3931920"/>
            <a:ext cx="3749039" cy="2286000"/>
          </a:xfrm>
          <a:prstGeom prst="rect">
            <a:avLst/>
          </a:prstGeom>
          <a:solidFill>
            <a:srgbClr val="5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4041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⚠️  Routine Selling ≠ Bearish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5902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F6F9"/>
                </a:solidFill>
              </a:rPr>
              <a:t>Most insider selling follows 10b5-1 pre-planned schedules for diversification. Agent 4 distinguishes routine selling from panic selling.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931920"/>
            <a:ext cx="3749039" cy="2286000"/>
          </a:xfrm>
          <a:prstGeom prst="rect">
            <a:avLst/>
          </a:prstGeom>
          <a:solidFill>
            <a:srgbClr val="006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4041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📈  Smart Money Leads 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5902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F6F9"/>
                </a:solidFill>
              </a:rPr>
              <a:t>Insider buying historically leads share price by 2-4 weeks. Agent 4 catches this signal BEFORE the market reacts — giving early edge.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🔄  UPGRADED: 4-AGENT FUSION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5486400" cy="1371600"/>
          </a:xfrm>
          <a:prstGeom prst="rect">
            <a:avLst/>
          </a:prstGeom>
          <a:solidFill>
            <a:srgbClr val="4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080"/>
                </a:solidFill>
              </a:rPr>
              <a:t>❌  OLD (3-Agent Formula)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4F6F9"/>
                </a:solidFill>
              </a:rPr>
              <a:t>40% Technical  +  60% News  =  Final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25880"/>
            <a:ext cx="5760720" cy="1371600"/>
          </a:xfrm>
          <a:prstGeom prst="rect">
            <a:avLst/>
          </a:prstGeom>
          <a:solidFill>
            <a:srgbClr val="0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3898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</a:rPr>
              <a:t>✅  NEW (4-Agent Formula)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1051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53"/>
                </a:solidFill>
              </a:rPr>
              <a:t>40% Technical  +  30% News  +  30% Insider  =  Final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2743200" cy="3566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AGENT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News Sentinel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262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Yahoo · Finviz · MarketWatch
Sentiment -1.0 → +1.0
30%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4206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4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926080"/>
            <a:ext cx="2743200" cy="35661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AGENT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Tech Predictor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5262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RSI · MACD · Bollinger
SMA 20/50/200
40% weight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206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4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926080"/>
            <a:ext cx="2743200" cy="35661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AGENT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Insider Intel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262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Insiders · Hedge Funds
SEC Form 4 · OpenInsider
30% weight (+0.15 cluster boost)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206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4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926080"/>
            <a:ext cx="2743200" cy="3566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0" y="30175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AGENT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Master Mind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5262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Synthesizes all 3 signals
Final BUY/SELL/HOLD
Predicted price + confidence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 CLUSTER BUY BOOST: If 3+ insiders buy simultaneously → combined score gets +0.15 bonus — the strongest historical signal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⚖️  ACCURACY, RISKS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5486400" cy="5120640"/>
          </a:xfrm>
          <a:prstGeom prst="rect">
            <a:avLst/>
          </a:prstGeom>
          <a:solidFill>
            <a:srgbClr val="0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✅ 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Combines two independent data streams
(news + price history) for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1576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Removes emotional bias — purely data-driven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6557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Processes months of price data instantly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15383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Provides explicit confidence scores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65192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Flags when agents disagree (conflict signal)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Free to run — no paid data feeds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5760720" cy="5120640"/>
          </a:xfrm>
          <a:prstGeom prst="rect">
            <a:avLst/>
          </a:prstGeom>
          <a:solidFill>
            <a:srgbClr val="5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40"/>
                </a:solidFill>
              </a:rPr>
              <a:t>⚠️ 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6596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Cannot predict black swan events
(earnings surprises, geopolitical shocks)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1576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News scraping may miss paywalled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65576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LLM hallucination risk on price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15383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Not a substitute for professional advice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965192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Past technical patterns don't guarantee future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71500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▸  Groq free tier has rate limits (may need delays)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🔮 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657600" cy="5029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Phase 1
Near-Term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Add SEC filing reader (10-K / 10-Q 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Real-time WebSocket price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7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Email / Telegram alert when BUY signal fires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5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Portfolio watchlist — scan 10 tickers at once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657600" cy="50292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Phase 2
Mid-Term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Options chain analysis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004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Earnings call transcript sentiment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6907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Insider trading pattern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93775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Backtesting module — verify past predictions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657600" cy="5029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Phase 3
Long-Term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Agent memory across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Fine-tuned model on financial corpus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06907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Web dashboard with interactive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93775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Multi-stock portfolio optimizer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🎯  USE CASES &amp; TARGET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657600" cy="2240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37360" y="14630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Learning Traders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697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Students &amp; beginners who want to understand how AI can combine fundamental news analysis with chart technicals.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657600" cy="22402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79" y="14630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Researchers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Finance &amp; AI researchers studying LLM performance on market prediction tasks.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657600" cy="22402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14630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Retail Investors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97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Self-directed investors who want a quick daily pre-market briefing on their watchlist.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3657600" cy="2240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393192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663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Dev Builders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 developers who want a starting framework to build production stock screening tools.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840480"/>
            <a:ext cx="3657600" cy="224028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79" y="393192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663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Finance Bloggers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Content creators who need quick data-backed commentary on hot stocks.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840480"/>
            <a:ext cx="3657600" cy="2240280"/>
          </a:xfrm>
          <a:prstGeom prst="rect">
            <a:avLst/>
          </a:prstGeom>
          <a:solidFill>
            <a:srgbClr val="006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0" y="393192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663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Educators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Teachers using it as a live classroom demo of multi-agent AI systems.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🚀  HOW TO RUN IN GOOGLE COLAB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02920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59" y="1371600"/>
            <a:ext cx="512064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</a:rPr>
              <a:t>Get Free Groq API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Visit console.groq.com → Sign Up → API Keys → Create Key
Copy your gsk_... key (free, no credit card)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02920" cy="5029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59" y="1371600"/>
            <a:ext cx="512064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C27B0"/>
                </a:solidFill>
              </a:rPr>
              <a:t>Open Google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920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Go to colab.research.google.com
Create a new notebook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502920" cy="5029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3154680"/>
            <a:ext cx="512064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246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53"/>
                </a:solidFill>
              </a:rPr>
              <a:t>Install Dependencies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03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!pip install groq yfinance requests beautifulsoup4 pandas numpy -q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154680"/>
            <a:ext cx="502920" cy="502920"/>
          </a:xfrm>
          <a:prstGeom prst="rect">
            <a:avLst/>
          </a:prstGeom>
          <a:solidFill>
            <a:srgbClr val="1B4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59" y="3154680"/>
            <a:ext cx="512064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3246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86B"/>
                </a:solidFill>
              </a:rPr>
              <a:t>Paste Agent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7033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Copy the full multi-agent Python script
into Cell 2 and run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937760"/>
            <a:ext cx="502920" cy="5029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" y="4937760"/>
            <a:ext cx="512064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D00"/>
                </a:solidFill>
              </a:rPr>
              <a:t>Set API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4864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Replace 'gsk_your_key_here' with your actual Groq key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937760"/>
            <a:ext cx="502920" cy="502920"/>
          </a:xfrm>
          <a:prstGeom prst="rect">
            <a:avLst/>
          </a:prstGeom>
          <a:solidFill>
            <a:srgbClr val="006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59" y="4937760"/>
            <a:ext cx="512064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42A"/>
                </a:solidFill>
              </a:rPr>
              <a:t>Analyze Any Stock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4864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Run: analyze_stock('NVDA')
Supports: AAPL, TSLA, MSFT, GOOGL, META, AMZN...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Total setup time: Under 3 minutes  ·  Cost: $0 (free Groq tier)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START ANALYZING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C853"/>
                </a:solidFill>
              </a:rPr>
              <a:t>SMARTER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4F6F9"/>
                </a:solidFill>
              </a:rPr>
              <a:t>Three agents. Two data streams. One clear verdict.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114800"/>
            <a:ext cx="3520440" cy="1280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 Get Groq API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</a:rPr>
              <a:t>console.groq.com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114800"/>
            <a:ext cx="3520440" cy="12801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42062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📓  Open Google Colab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7091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</a:rPr>
              <a:t>colab.research.google.com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114800"/>
            <a:ext cx="3520440" cy="12801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2062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📈  Try It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091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</a:rPr>
              <a:t>analyze_stock('AAPL')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2648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64748B"/>
                </a:solidFill>
              </a:rPr>
              <a:t>⚠️  This tool is for educational purposes only. Not financial advice. Always do your own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1856</Words>
  <Application>Microsoft Macintosh PowerPoint</Application>
  <PresentationFormat>Custom</PresentationFormat>
  <Paragraphs>306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Shrestha, Suraj</cp:lastModifiedBy>
  <cp:revision>8</cp:revision>
  <dcterms:created xsi:type="dcterms:W3CDTF">2013-01-27T09:14:16Z</dcterms:created>
  <dcterms:modified xsi:type="dcterms:W3CDTF">2026-05-13T21:46:05Z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2026-05-06T20:29:59Z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350c54e6-0497-4fff-b117-17d8181c8aac</vt:lpwstr>
  </property>
  <property fmtid="{D5CDD505-2E9C-101B-9397-08002B2CF9AE}" pid="7" name="MSIP_Label_defa4170-0d19-0005-0004-bc88714345d2_ActionId">
    <vt:lpwstr>34fe588b-8f13-4175-8519-d893919c4948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